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Auth</c:v>
                </c:pt>
                <c:pt idx="1">
                  <c:v>Products</c:v>
                </c:pt>
                <c:pt idx="2">
                  <c:v>Warehouses</c:v>
                </c:pt>
                <c:pt idx="3">
                  <c:v>Locations</c:v>
                </c:pt>
                <c:pt idx="4">
                  <c:v>Inventory</c:v>
                </c:pt>
                <c:pt idx="5">
                  <c:v>Stock-in</c:v>
                </c:pt>
                <c:pt idx="6">
                  <c:v>Stock-out</c:v>
                </c:pt>
                <c:pt idx="7">
                  <c:v>Transactions</c:v>
                </c:pt>
                <c:pt idx="8">
                  <c:v>Capacity</c:v>
                </c:pt>
                <c:pt idx="9">
                  <c:v>Reservations</c:v>
                </c:pt>
                <c:pt idx="10">
                  <c:v>Alloc. &amp; alerts</c:v>
                </c:pt>
                <c:pt idx="11">
                  <c:v>Reports</c:v>
                </c:pt>
                <c:pt idx="12">
                  <c:v>General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10</c:v>
                </c:pt>
                <c:pt idx="3">
                  <c:v>8</c:v>
                </c:pt>
                <c:pt idx="4">
                  <c:v>15</c:v>
                </c:pt>
                <c:pt idx="5">
                  <c:v>13</c:v>
                </c:pt>
                <c:pt idx="6">
                  <c:v>9</c:v>
                </c:pt>
                <c:pt idx="7">
                  <c:v>4</c:v>
                </c:pt>
                <c:pt idx="8">
                  <c:v>8</c:v>
                </c:pt>
                <c:pt idx="9">
                  <c:v>12</c:v>
                </c:pt>
                <c:pt idx="10">
                  <c:v>12</c:v>
                </c:pt>
                <c:pt idx="11">
                  <c:v>14</c:v>
                </c:pt>
                <c:pt idx="1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7-4ECC-9D41-6ADE4625D8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59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WIMS  |  Advanced Inventory &amp; Warehouse Management System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Inventory &amp; Warehouse Management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Stock tracking that knows how much room is left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47200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Japan Chaudhary  |  B.Tech. 7th Semester | Minor Project(2CEIT705) | 23012011009 | Team Id : MP_122 		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U. V. Patel College of Engineering, Ganpat University</a:t>
            </a:r>
            <a:endParaRPr 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19486-C48F-D451-BE19-1DFA06D9B6F1}"/>
              </a:ext>
            </a:extLst>
          </p:cNvPr>
          <p:cNvSpPr txBox="1"/>
          <p:nvPr/>
        </p:nvSpPr>
        <p:spPr>
          <a:xfrm>
            <a:off x="6500327" y="4014326"/>
            <a:ext cx="28240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Project Guide: Prof. Zarana Patel</a:t>
            </a:r>
            <a:endParaRPr lang="en-IN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What this presentation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Problem and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63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System overview and modules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Architecture and data 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Capacity engine and stock flow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Reservations and allocation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Reports, scenario and security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Testing and benefits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6634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Limits and next steps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stock register counts items, not space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Three gaps in manual inventory records</a:t>
            </a:r>
            <a:endParaRPr lang="en-US" sz="1300" dirty="0"/>
          </a:p>
        </p:txBody>
      </p:sp>
      <p:sp>
        <p:nvSpPr>
          <p:cNvPr id="4" name="Where is it?"/>
          <p:cNvSpPr/>
          <p:nvPr/>
        </p:nvSpPr>
        <p:spPr>
          <a:xfrm>
            <a:off x="548640" y="1417320"/>
            <a:ext cx="2560320" cy="19202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4008" cy="1920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is it?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Quantities exist, but not which zone or location holds them.</a:t>
            </a:r>
            <a:endParaRPr lang="en-US" sz="1200" dirty="0"/>
          </a:p>
        </p:txBody>
      </p:sp>
      <p:sp>
        <p:nvSpPr>
          <p:cNvPr id="8" name="Is there room?"/>
          <p:cNvSpPr/>
          <p:nvPr/>
        </p:nvSpPr>
        <p:spPr>
          <a:xfrm>
            <a:off x="3291840" y="1417320"/>
            <a:ext cx="2560320" cy="19202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64008" cy="1920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93008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 there room?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Space needed by incoming goods is not checked, and already-promised space is invisible.</a:t>
            </a:r>
            <a:endParaRPr lang="en-US" sz="1200" dirty="0"/>
          </a:p>
        </p:txBody>
      </p:sp>
      <p:sp>
        <p:nvSpPr>
          <p:cNvPr id="12" name="Who changed it?"/>
          <p:cNvSpPr/>
          <p:nvPr/>
        </p:nvSpPr>
        <p:spPr>
          <a:xfrm>
            <a:off x="6035040" y="1417320"/>
            <a:ext cx="2560320" cy="19202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64008" cy="19202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36208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Who changed it?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Edits leave no trail, and low stock is noticed late.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WIMS joins inventory, warehouse capacity and reporting in one browser-based 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Six goals that shaped the design</a:t>
            </a:r>
            <a:endParaRPr lang="en-US" sz="1300" dirty="0"/>
          </a:p>
        </p:txBody>
      </p:sp>
      <p:sp>
        <p:nvSpPr>
          <p:cNvPr id="4" name="Centralise data"/>
          <p:cNvSpPr/>
          <p:nvPr/>
        </p:nvSpPr>
        <p:spPr>
          <a:xfrm>
            <a:off x="5486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Centralise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Products, warehouses and inventory in one place.</a:t>
            </a:r>
            <a:endParaRPr lang="en-US" sz="1200" dirty="0"/>
          </a:p>
        </p:txBody>
      </p:sp>
      <p:sp>
        <p:nvSpPr>
          <p:cNvPr id="8" name="Track movements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930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Track movements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Stock-in and stock-out with full history.</a:t>
            </a:r>
            <a:endParaRPr lang="en-US" sz="1200" dirty="0"/>
          </a:p>
        </p:txBody>
      </p:sp>
      <p:sp>
        <p:nvSpPr>
          <p:cNvPr id="12" name="Model space"/>
          <p:cNvSpPr/>
          <p:nvPr/>
        </p:nvSpPr>
        <p:spPr>
          <a:xfrm>
            <a:off x="60350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362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 space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Zones and storage locations with capacity.</a:t>
            </a:r>
            <a:endParaRPr lang="en-US" sz="1200" dirty="0"/>
          </a:p>
        </p:txBody>
      </p:sp>
      <p:sp>
        <p:nvSpPr>
          <p:cNvPr id="16" name="Protect capacity"/>
          <p:cNvSpPr/>
          <p:nvPr/>
        </p:nvSpPr>
        <p:spPr>
          <a:xfrm>
            <a:off x="5486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64008" cy="1417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Protect capacity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Used, reserved and available space, enforced.</a:t>
            </a:r>
            <a:endParaRPr lang="en-US" sz="1200" dirty="0"/>
          </a:p>
        </p:txBody>
      </p:sp>
      <p:sp>
        <p:nvSpPr>
          <p:cNvPr id="20" name="Plan ahead"/>
          <p:cNvSpPr/>
          <p:nvPr/>
        </p:nvSpPr>
        <p:spPr>
          <a:xfrm>
            <a:off x="32918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34930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ahead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Reserve, confirm and cancel capacity.</a:t>
            </a:r>
            <a:endParaRPr lang="en-US" sz="1200" dirty="0"/>
          </a:p>
        </p:txBody>
      </p:sp>
      <p:sp>
        <p:nvSpPr>
          <p:cNvPr id="24" name="Report"/>
          <p:cNvSpPr/>
          <p:nvPr/>
        </p:nvSpPr>
        <p:spPr>
          <a:xfrm>
            <a:off x="60350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362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Low-stock, valuation and movement reports.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WIMS at a glance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Built with Flask and MongoDB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MongoDB collections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Flask blueprints (modules)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functional requirements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test cases prepared</a:t>
            </a:r>
            <a:endParaRPr lang="en-US" sz="1200" dirty="0"/>
          </a:p>
        </p:txBody>
      </p:sp>
      <p:sp>
        <p:nvSpPr>
          <p:cNvPr id="12" name="What it does"/>
          <p:cNvSpPr/>
          <p:nvPr/>
        </p:nvSpPr>
        <p:spPr>
          <a:xfrm>
            <a:off x="548640" y="2926080"/>
            <a:ext cx="8046720" cy="14630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6400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49808" y="30358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it does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383280"/>
            <a:ext cx="7726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Products, warehouses, zones and storage locations. Stock-in and stock-out with an audit trail. Capacity reservations, smart allocation, alerts, and valuation, low-stock and movement reports.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modules, one application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Each module is a Flask blueprint with its own routes</a:t>
            </a:r>
            <a:endParaRPr lang="en-US" sz="1300" dirty="0"/>
          </a:p>
        </p:txBody>
      </p:sp>
      <p:sp>
        <p:nvSpPr>
          <p:cNvPr id="4" name="Authentication"/>
          <p:cNvSpPr/>
          <p:nvPr/>
        </p:nvSpPr>
        <p:spPr>
          <a:xfrm>
            <a:off x="548640" y="137160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Register, login, logout</a:t>
            </a:r>
            <a:endParaRPr lang="en-US" sz="1200" dirty="0"/>
          </a:p>
        </p:txBody>
      </p:sp>
      <p:sp>
        <p:nvSpPr>
          <p:cNvPr id="8" name="Products"/>
          <p:cNvSpPr/>
          <p:nvPr/>
        </p:nvSpPr>
        <p:spPr>
          <a:xfrm>
            <a:off x="2606040" y="137160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807208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SKU, price, capacity per unit</a:t>
            </a:r>
            <a:endParaRPr lang="en-US" sz="1200" dirty="0"/>
          </a:p>
        </p:txBody>
      </p:sp>
      <p:sp>
        <p:nvSpPr>
          <p:cNvPr id="12" name="Warehouses"/>
          <p:cNvSpPr/>
          <p:nvPr/>
        </p:nvSpPr>
        <p:spPr>
          <a:xfrm>
            <a:off x="4663440" y="137160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864608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Warehouses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Capacity and utilisation</a:t>
            </a:r>
            <a:endParaRPr lang="en-US" sz="1200" dirty="0"/>
          </a:p>
        </p:txBody>
      </p:sp>
      <p:sp>
        <p:nvSpPr>
          <p:cNvPr id="16" name="Inventory"/>
          <p:cNvSpPr/>
          <p:nvPr/>
        </p:nvSpPr>
        <p:spPr>
          <a:xfrm>
            <a:off x="6720840" y="137160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64008" cy="1417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922008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Quantities, thresholds, stock moves</a:t>
            </a:r>
            <a:endParaRPr lang="en-US" sz="1200" dirty="0"/>
          </a:p>
        </p:txBody>
      </p:sp>
      <p:sp>
        <p:nvSpPr>
          <p:cNvPr id="20" name="Storage"/>
          <p:cNvSpPr/>
          <p:nvPr/>
        </p:nvSpPr>
        <p:spPr>
          <a:xfrm>
            <a:off x="548640" y="301752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49808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Zones, locations, reservations</a:t>
            </a:r>
            <a:endParaRPr lang="en-US" sz="1200" dirty="0"/>
          </a:p>
        </p:txBody>
      </p:sp>
      <p:sp>
        <p:nvSpPr>
          <p:cNvPr id="24" name="Reports"/>
          <p:cNvSpPr/>
          <p:nvPr/>
        </p:nvSpPr>
        <p:spPr>
          <a:xfrm>
            <a:off x="2606040" y="301752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06040" y="301752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07208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807208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Valuation, low stock, movement</a:t>
            </a:r>
            <a:endParaRPr lang="en-US" sz="1200" dirty="0"/>
          </a:p>
        </p:txBody>
      </p:sp>
      <p:sp>
        <p:nvSpPr>
          <p:cNvPr id="28" name="Dashboard"/>
          <p:cNvSpPr/>
          <p:nvPr/>
        </p:nvSpPr>
        <p:spPr>
          <a:xfrm>
            <a:off x="4663440" y="3017520"/>
            <a:ext cx="192024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864608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Key figures and recent activity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one codebase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Browser to Flask to MongoDB</a:t>
            </a:r>
            <a:endParaRPr lang="en-US" sz="1300" dirty="0"/>
          </a:p>
        </p:txBody>
      </p:sp>
      <p:sp>
        <p:nvSpPr>
          <p:cNvPr id="4" name="Presentation"/>
          <p:cNvSpPr/>
          <p:nvPr/>
        </p:nvSpPr>
        <p:spPr>
          <a:xfrm>
            <a:off x="548640" y="1417320"/>
            <a:ext cx="237744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4008" cy="1737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527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Jinja2 templates, Bootstrap, forms, tables,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Application"/>
          <p:cNvSpPr/>
          <p:nvPr/>
        </p:nvSpPr>
        <p:spPr>
          <a:xfrm>
            <a:off x="3383280" y="1417320"/>
            <a:ext cx="237744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64008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84448" y="1527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1874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Flask factory, blueprints, validation, business rules, Flask-Login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28600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Data"/>
          <p:cNvSpPr/>
          <p:nvPr/>
        </p:nvSpPr>
        <p:spPr>
          <a:xfrm>
            <a:off x="6217920" y="1417320"/>
            <a:ext cx="237744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64008" cy="1737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19088" y="1527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1874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Model classes, PyMongo, indexes, atomic capacity updates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Python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19072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719072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Flask 3.1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89504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889504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MongoDB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59936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059936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PyMongo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30368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230368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Flask-Login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00800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Jinja2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71232" y="3886200"/>
            <a:ext cx="1078992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571232" y="3886200"/>
            <a:ext cx="10789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Bootstrap 5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is modelled as a hierarchy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Capacity lives on warehouses, zones and storage locations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Warehouse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0" y="1828800"/>
            <a:ext cx="3657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651760" y="15544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65176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Zone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75488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Storage Location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58000" y="15544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85800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Inventory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30936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Product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2103120"/>
            <a:ext cx="0" cy="6400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dit trail"/>
          <p:cNvSpPr/>
          <p:nvPr/>
        </p:nvSpPr>
        <p:spPr>
          <a:xfrm>
            <a:off x="548640" y="2743200"/>
            <a:ext cx="265176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64008" cy="17373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49808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200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InventoryTransaction records type, quantity, user and time. It is append-only.</a:t>
            </a:r>
            <a:endParaRPr lang="en-US" sz="1200" dirty="0"/>
          </a:p>
        </p:txBody>
      </p:sp>
      <p:sp>
        <p:nvSpPr>
          <p:cNvPr id="22" name="Capacity promises"/>
          <p:cNvSpPr/>
          <p:nvPr/>
        </p:nvSpPr>
        <p:spPr>
          <a:xfrm>
            <a:off x="3383280" y="2743200"/>
            <a:ext cx="2651760" cy="17373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83280" y="2743200"/>
            <a:ext cx="64008" cy="1737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584448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Capacity promises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84448" y="3200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CapacityReservation holds space as active, confirmed or cancelled.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capacity engine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What separates WIMS from a basic stock list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= Maximum - (Used + Reserved)</a:t>
            </a:r>
            <a:endParaRPr lang="en-US" sz="2200" dirty="0"/>
          </a:p>
        </p:txBody>
      </p:sp>
      <p:sp>
        <p:nvSpPr>
          <p:cNvPr id="6" name="Required space"/>
          <p:cNvSpPr/>
          <p:nvPr/>
        </p:nvSpPr>
        <p:spPr>
          <a:xfrm>
            <a:off x="548640" y="2423160"/>
            <a:ext cx="2560320" cy="2011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4008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49808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Required space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80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Quantity x capacity per unit. Units: KG, Litres, Pieces, Boxes, Pallets, Cubic meters.</a:t>
            </a:r>
            <a:endParaRPr lang="en-US" sz="1200" dirty="0"/>
          </a:p>
        </p:txBody>
      </p:sp>
      <p:sp>
        <p:nvSpPr>
          <p:cNvPr id="10" name="Validated"/>
          <p:cNvSpPr/>
          <p:nvPr/>
        </p:nvSpPr>
        <p:spPr>
          <a:xfrm>
            <a:off x="3291840" y="2423160"/>
            <a:ext cx="2560320" cy="2011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2423160"/>
            <a:ext cx="64008" cy="2011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493008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0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Used + reserved + requested must stay within the location maximum.</a:t>
            </a:r>
            <a:endParaRPr lang="en-US" sz="1200" dirty="0"/>
          </a:p>
        </p:txBody>
      </p:sp>
      <p:sp>
        <p:nvSpPr>
          <p:cNvPr id="14" name="Atomic"/>
          <p:cNvSpPr/>
          <p:nvPr/>
        </p:nvSpPr>
        <p:spPr>
          <a:xfrm>
            <a:off x="6035040" y="2423160"/>
            <a:ext cx="2560320" cy="2011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64008" cy="2011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236208" y="2532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Atomic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880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One conditional database update checks and changes capacity, so two requests cannot over-fill a location.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stock-in passes six checks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POST /inventory/stock-in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 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max stock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capacity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Atomic capacity update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880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2918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 quantity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0350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 transaction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Any failed check stops the request with a specific message and changes nothing. Stock-out follows the same pattern and releases capacity.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 space before the goods arrive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Reservation lifecycle and smart allocation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Active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783080"/>
            <a:ext cx="6400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57400" y="2057400"/>
            <a:ext cx="6400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7432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Confirmed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74320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Cancelled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3716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Reserved space becomes used space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2"/>
                </a:solidFill>
              </a:rPr>
              <a:t>Reserved space is released</a:t>
            </a:r>
            <a:endParaRPr lang="en-US" sz="1250" dirty="0"/>
          </a:p>
        </p:txBody>
      </p:sp>
      <p:sp>
        <p:nvSpPr>
          <p:cNvPr id="13" name="Smart allocation"/>
          <p:cNvSpPr/>
          <p:nvPr/>
        </p:nvSpPr>
        <p:spPr>
          <a:xfrm>
            <a:off x="548640" y="2834640"/>
            <a:ext cx="393192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64008" cy="1645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49808" y="2944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allocation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2918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Computes needed space, finds compatible locations, sorts by free space and spreads the quantity across them.</a:t>
            </a:r>
            <a:endParaRPr lang="en-US" sz="1200" dirty="0"/>
          </a:p>
        </p:txBody>
      </p:sp>
      <p:sp>
        <p:nvSpPr>
          <p:cNvPr id="17" name="Partial allocation"/>
          <p:cNvSpPr/>
          <p:nvPr/>
        </p:nvSpPr>
        <p:spPr>
          <a:xfrm>
            <a:off x="4663440" y="2834640"/>
            <a:ext cx="3931920" cy="16459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64008" cy="1645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864608" y="2944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Partial allocation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2918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If space runs out, the response reports the unallocated quantity instead of failing silently.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records to decisions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Dashboard, reports and capacity alerts</a:t>
            </a:r>
            <a:endParaRPr lang="en-US" sz="1300" dirty="0"/>
          </a:p>
        </p:txBody>
      </p:sp>
      <p:sp>
        <p:nvSpPr>
          <p:cNvPr id="4" name="Dashboard"/>
          <p:cNvSpPr/>
          <p:nvPr/>
        </p:nvSpPr>
        <p:spPr>
          <a:xfrm>
            <a:off x="548640" y="1371600"/>
            <a:ext cx="393192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Products, warehouses, stock value, low-stock count, last 10 movements.</a:t>
            </a:r>
            <a:endParaRPr lang="en-US" sz="1200" dirty="0"/>
          </a:p>
        </p:txBody>
      </p:sp>
      <p:sp>
        <p:nvSpPr>
          <p:cNvPr id="8" name="Reports"/>
          <p:cNvSpPr/>
          <p:nvPr/>
        </p:nvSpPr>
        <p:spPr>
          <a:xfrm>
            <a:off x="4663440" y="1371600"/>
            <a:ext cx="393192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64608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8288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Valuation by warehouse, low stock with reorder cost, movement over a chosen period.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utilisation raises a WARNING alert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utilisation is marked CRITICAL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scenario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 day in the life of a warehouse operator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 a product with SKU, price and space per unit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63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 a warehouse, zones and storage locations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3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Assign the product to the warehouse with min and max stock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Receive goods with Stock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5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Reserve space for an incoming consignment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6634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6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the reservation when goods arrive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7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Issue goods with Stock Out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6634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</a:rPr>
              <a:t>8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Review alerts, low stock and reports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data integrity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What is enforced today, and what is planned</a:t>
            </a:r>
            <a:endParaRPr lang="en-US" sz="1300" dirty="0"/>
          </a:p>
        </p:txBody>
      </p:sp>
      <p:sp>
        <p:nvSpPr>
          <p:cNvPr id="4" name="Implemented"/>
          <p:cNvSpPr/>
          <p:nvPr/>
        </p:nvSpPr>
        <p:spPr>
          <a:xfrm>
            <a:off x="548640" y="1371600"/>
            <a:ext cx="3931920" cy="3017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3017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Implemented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Passwords stored as salted hashes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Login required on every operational page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Unique SKUs, warehouse names, location codes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No duplicate product per warehouse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Stock-out never exceeds current stock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Soft delete keeps master records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Transactions are append-only</a:t>
            </a:r>
            <a:endParaRPr lang="en-US" sz="1200" dirty="0"/>
          </a:p>
        </p:txBody>
      </p:sp>
      <p:sp>
        <p:nvSpPr>
          <p:cNvPr id="8" name="Planned hardening"/>
          <p:cNvSpPr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64008" cy="3017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64608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Planned hardening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82880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Enforce admin and staff roles on routes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Anti-CSRF tokens on forms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Unique indexes in MongoDB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Multi-document transactions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HTTPS and secure cookie flags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Account lockout and password policy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141 prepared cases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Cases per area, with boundary values on stock and capacity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8046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Benefits for a real warehouse operation</a:t>
            </a:r>
            <a:endParaRPr lang="en-US" sz="1300" dirty="0"/>
          </a:p>
        </p:txBody>
      </p:sp>
      <p:sp>
        <p:nvSpPr>
          <p:cNvPr id="4" name="Central visibility"/>
          <p:cNvSpPr/>
          <p:nvPr/>
        </p:nvSpPr>
        <p:spPr>
          <a:xfrm>
            <a:off x="5486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Central visibility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One application for products, warehouses, stock and storage.</a:t>
            </a:r>
            <a:endParaRPr lang="en-US" sz="1200" dirty="0"/>
          </a:p>
        </p:txBody>
      </p:sp>
      <p:sp>
        <p:nvSpPr>
          <p:cNvPr id="8" name="Capacity awareness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930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Capacity awareness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See used, reserved and available space, not just quantity.</a:t>
            </a:r>
            <a:endParaRPr lang="en-US" sz="1200" dirty="0"/>
          </a:p>
        </p:txBody>
      </p:sp>
      <p:sp>
        <p:nvSpPr>
          <p:cNvPr id="12" name="Fewer errors"/>
          <p:cNvSpPr/>
          <p:nvPr/>
        </p:nvSpPr>
        <p:spPr>
          <a:xfrm>
            <a:off x="6035040" y="13716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362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Fewer errors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Validation blocks duplicates, over-issue and overflow.</a:t>
            </a:r>
            <a:endParaRPr lang="en-US" sz="1200" dirty="0"/>
          </a:p>
        </p:txBody>
      </p:sp>
      <p:sp>
        <p:nvSpPr>
          <p:cNvPr id="16" name="Traceability"/>
          <p:cNvSpPr/>
          <p:nvPr/>
        </p:nvSpPr>
        <p:spPr>
          <a:xfrm>
            <a:off x="5486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64008" cy="1417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Traceability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Every movement records who did it and when.</a:t>
            </a:r>
            <a:endParaRPr lang="en-US" sz="1200" dirty="0"/>
          </a:p>
        </p:txBody>
      </p:sp>
      <p:sp>
        <p:nvSpPr>
          <p:cNvPr id="20" name="Faster decisions"/>
          <p:cNvSpPr/>
          <p:nvPr/>
        </p:nvSpPr>
        <p:spPr>
          <a:xfrm>
            <a:off x="32918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34930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Faster decisions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Dashboard and reports replace manual calculation.</a:t>
            </a:r>
            <a:endParaRPr lang="en-US" sz="1200" dirty="0"/>
          </a:p>
        </p:txBody>
      </p:sp>
      <p:sp>
        <p:nvSpPr>
          <p:cNvPr id="24" name="Room to grow"/>
          <p:cNvSpPr/>
          <p:nvPr/>
        </p:nvSpPr>
        <p:spPr>
          <a:xfrm>
            <a:off x="6035040" y="2971800"/>
            <a:ext cx="2560320" cy="14173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64008" cy="1417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36208" y="3081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Room to grow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Modular code can extend to barcode, ERP and forecasting.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and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Honest about today, clear about tomorrow</a:t>
            </a:r>
            <a:endParaRPr lang="en-US" sz="1300" dirty="0"/>
          </a:p>
        </p:txBody>
      </p:sp>
      <p:sp>
        <p:nvSpPr>
          <p:cNvPr id="4" name="Known limits"/>
          <p:cNvSpPr/>
          <p:nvPr/>
        </p:nvSpPr>
        <p:spPr>
          <a:xfrm>
            <a:off x="548640" y="1371600"/>
            <a:ext cx="25603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2743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Known limits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Roles are stored but not enforced. No CSRF tokens. Zones and locations cannot be edited. No report export.</a:t>
            </a:r>
            <a:endParaRPr lang="en-US" sz="1200" dirty="0"/>
          </a:p>
        </p:txBody>
      </p:sp>
      <p:sp>
        <p:nvSpPr>
          <p:cNvPr id="8" name="Next steps"/>
          <p:cNvSpPr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64008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930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Role-based access, CSRF, unique indexes, multi-document transactions, automated tests.</a:t>
            </a:r>
            <a:endParaRPr lang="en-US" sz="1200" dirty="0"/>
          </a:p>
        </p:txBody>
      </p:sp>
      <p:sp>
        <p:nvSpPr>
          <p:cNvPr id="12" name="Future scope"/>
          <p:cNvSpPr/>
          <p:nvPr/>
        </p:nvSpPr>
        <p:spPr>
          <a:xfrm>
            <a:off x="6035040" y="1371600"/>
            <a:ext cx="25603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64008" cy="2743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36208" y="1481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288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Barcode scanning, purchase and sales orders, batch and expiry, notifications, forecasting.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822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Demo and questions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Japan Chaudhary  |  U. V. Patel College of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MS">
  <a:themeElements>
    <a:clrScheme name="WIMS">
      <a:dk1>
        <a:srgbClr val="0B1F3A"/>
      </a:dk1>
      <a:lt1>
        <a:srgbClr val="FFFFFF"/>
      </a:lt1>
      <a:dk2>
        <a:srgbClr val="12304F"/>
      </a:dk2>
      <a:lt2>
        <a:srgbClr val="F3F6FA"/>
      </a:lt2>
      <a:accent1>
        <a:srgbClr val="14B8A6"/>
      </a:accent1>
      <a:accent2>
        <a:srgbClr val="F59E0B"/>
      </a:accent2>
      <a:accent3>
        <a:srgbClr val="3B82F6"/>
      </a:accent3>
      <a:accent4>
        <a:srgbClr val="EF4444"/>
      </a:accent4>
      <a:accent5>
        <a:srgbClr val="8B5CF6"/>
      </a:accent5>
      <a:accent6>
        <a:srgbClr val="64748B"/>
      </a:accent6>
      <a:hlink>
        <a:srgbClr val="3B82F6"/>
      </a:hlink>
      <a:folHlink>
        <a:srgbClr val="8B5CF6"/>
      </a:folHlink>
    </a:clrScheme>
    <a:fontScheme name="WIM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1084</Words>
  <Application>Microsoft Office PowerPoint</Application>
  <PresentationFormat>On-screen Show (16:9)</PresentationFormat>
  <Paragraphs>241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WIMS</vt:lpstr>
      <vt:lpstr>PowerPoint Presentation</vt:lpstr>
      <vt:lpstr>Agenda</vt:lpstr>
      <vt:lpstr>A stock register counts items, not space</vt:lpstr>
      <vt:lpstr>Project objectives</vt:lpstr>
      <vt:lpstr>WIMS at a glance</vt:lpstr>
      <vt:lpstr>Seven modules, one application</vt:lpstr>
      <vt:lpstr>Three layers, one codebase</vt:lpstr>
      <vt:lpstr>Space is modelled as a hierarchy</vt:lpstr>
      <vt:lpstr>The capacity engine</vt:lpstr>
      <vt:lpstr>Every stock-in passes six checks</vt:lpstr>
      <vt:lpstr>Reserve space before the goods arrive</vt:lpstr>
      <vt:lpstr>From records to decisions</vt:lpstr>
      <vt:lpstr>End-to-end scenario</vt:lpstr>
      <vt:lpstr>Security and data integrity</vt:lpstr>
      <vt:lpstr>Testing: 141 prepared cases</vt:lpstr>
      <vt:lpstr>Why it matters</vt:lpstr>
      <vt:lpstr>Limits and 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Japan Chaudhary</cp:lastModifiedBy>
  <cp:revision>3</cp:revision>
  <dcterms:created xsi:type="dcterms:W3CDTF">2026-10-06T10:38:23Z</dcterms:created>
  <dcterms:modified xsi:type="dcterms:W3CDTF">2026-10-16T17:42:31Z</dcterms:modified>
</cp:coreProperties>
</file>